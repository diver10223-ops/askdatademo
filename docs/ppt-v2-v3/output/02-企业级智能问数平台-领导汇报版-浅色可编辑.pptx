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来源：02-产品V2.0业务方案与V3.0规划-领导汇报版.md，第7页。所有文字与形状可在PowerPoint中编辑。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来源：02-产品V2.0业务方案与V3.0规划-领导汇报版.md，第8页。所有文字与形状可在PowerPoint中编辑。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来源：02-产品V2.0业务方案与V3.0规划-领导汇报版.md，第9页。所有文字与形状可在PowerPoint中编辑。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来源：02-产品V2.0业务方案与V3.0规划-领导汇报版.md，第10页。所有文字与形状可在PowerPoint中编辑。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来源：02-产品V2.0业务方案与V3.0规划-领导汇报版.md，第11页。所有文字与形状可在PowerPoint中编辑。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来源：02-产品V2.0业务方案与V3.0规划-领导汇报版.md，第12页。所有文字与形状可在PowerPoint中编辑。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来源：02-产品V2.0业务方案与V3.0规划-领导汇报版.md，第13页。所有文字与形状可在PowerPoint中编辑。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来源：02-产品V2.0业务方案与V3.0规划-领导汇报版.md，第14页。所有文字与形状可在PowerPoint中编辑。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来源：02-产品V2.0业务方案与V3.0规划-领导汇报版.md，第15页。所有文字与形状可在PowerPoint中编辑。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来源：02-产品V2.0业务方案与V3.0规划-领导汇报版.md，第16页。所有文字与形状可在PowerPoint中编辑。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91456" cy="6858000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100584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1170432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1664208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828800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70264" y="2322576"/>
            <a:ext cx="164592" cy="16459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5712" y="2487168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0616" y="2980944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3145536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30968" y="3639312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6416" y="3803904"/>
            <a:ext cx="502920" cy="502920"/>
          </a:xfrm>
          <a:prstGeom prst="line">
            <a:avLst/>
          </a:prstGeom>
          <a:noFill/>
          <a:ln w="25400">
            <a:solidFill>
              <a:srgbClr val="5C91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297680"/>
            <a:ext cx="164592" cy="16459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585216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ASK DATA / BUSINESS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1371600"/>
            <a:ext cx="6217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企业级智能问数平台｜产品V2.0建设成果与V3.0演进方向。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5800" y="2880360"/>
            <a:ext cx="59893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16页｜汇报时长20—25分钟｜重点回答“为什么做、做成什么、V2.0与V3.0边界、价值如何、下一步是什么”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" y="4800600"/>
            <a:ext cx="1005840" cy="0"/>
          </a:xfrm>
          <a:prstGeom prst="line">
            <a:avLst/>
          </a:prstGeom>
          <a:noFill/>
          <a:ln w="50800">
            <a:solidFill>
              <a:srgbClr val="F47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汇报单位｜汇报人｜2026年8月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6080760"/>
            <a:ext cx="3401568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 V2.0 · V3.0 演进规划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为什么建设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传统取数难以同时满足效率、口径、安全和规模化运营要求。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52544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1252728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业务取数依赖专业人员，响应链条长。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指标口径与数据入口分散。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大模型直接查库存在幻觉、越权和不可审计风险。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52544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7136" y="2916936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企业需要统一、安全、可运营的数据智能入口。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产品定位与目标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用自然语言连接“人、业务指标和受控数据源”。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52544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7136" y="1252728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对用户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1591056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更快、更简单地获得可信数据。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078992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197864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对业务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1591056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统一口径，沉淀高频分析场景。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916936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3255264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权限、配置、发布、审计形成闭环。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52544" y="2743200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36" y="2916936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2862072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对技术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35424" y="3255264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模型和数据源可适配，能力可持续扩展。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整体业务架构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941832"/>
            <a:ext cx="10963656" cy="5404104"/>
          </a:xfrm>
          <a:prstGeom prst="roundRect">
            <a:avLst>
              <a:gd name="adj" fmla="val 846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969264"/>
            <a:ext cx="109087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为什么结果可信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七层机制把大模型能力放入确定性安全边界。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L1—L5完成请求、权限、参数、计划和资产映射。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L6执行参数化SQL和结构化安全校验。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L7只能根据实际执行结果形成回答。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模型不裁决权限、不绕过SQL安全、不伪造事实。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用户端能做什么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55294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/workspaces/askdatademo/docs/ppt-v2-v3/assets/06-user-query-result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014984"/>
            <a:ext cx="749808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覆盖从基础查数到趋势、对比、下钻和驾驶舱导航的主要经营分析入口。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基础指标、同比环比、趋势、排名和多指标组合。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机构和业务明细下钻。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角色权限过滤和驾驶舱智能导航。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多轮追问、缺参引导、推荐问法和结果图表。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平台如何管理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V2.0不只是问数页面，而是可配置、可审批、可监控的企业平台。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组织、用户、角色和数据范围权限。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指标、维度、数据资产、模板和场景。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模型、数据源、秘密引用和运行组合。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配置审批、发布、回滚和审计。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方案优势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业务友好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1591056"/>
            <a:ext cx="49743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口径统一｜权限可信｜SQL安全｜结果可靠｜全程可追溯｜平台可运营｜架构可扩展。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当前建设结果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9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9875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33856"/>
            <a:ext cx="103327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企业产品底座主体完成，产品基线正在收尾，客户交付尚需真实环境验证。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075688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M0—M6、完整测试体系、迁移演练。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52544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2130552"/>
            <a:ext cx="118872" cy="118872"/>
          </a:xfrm>
          <a:prstGeom prst="ellipse">
            <a:avLst/>
          </a:prstGeom>
          <a:solidFill>
            <a:srgbClr val="5C91C8"/>
          </a:solidFill>
          <a:ln w="12700">
            <a:solidFill>
              <a:srgbClr val="5C91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075688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容量已有证据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35424" y="2468880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30/50执行并发、200 QPS短突发、1300 SSE、30分钟峰值通过。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0" y="1956816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2130552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075688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进行中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2468880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8小时长稳。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8C8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794760"/>
            <a:ext cx="118872" cy="118872"/>
          </a:xfrm>
          <a:prstGeom prst="ellipse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39896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" y="4133088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安全与发布审查、候选发布。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352544" y="3621024"/>
            <a:ext cx="3493008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36" y="3794760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739896"/>
            <a:ext cx="299008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客户阶段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35424" y="4133088"/>
            <a:ext cx="31272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认证、数据库、模型、网络、容量、安全、灾备和业务签字。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预期业务价值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业务方案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078992"/>
            <a:ext cx="5340096" cy="1463040"/>
          </a:xfrm>
          <a:prstGeom prst="roundRect">
            <a:avLst>
              <a:gd name="adj" fmla="val 5000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52728"/>
            <a:ext cx="118872" cy="118872"/>
          </a:xfrm>
          <a:prstGeom prst="ellipse">
            <a:avLst/>
          </a:prstGeom>
          <a:solidFill>
            <a:srgbClr val="17745F"/>
          </a:solidFill>
          <a:ln w="12700">
            <a:solidFill>
              <a:srgbClr val="177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97864"/>
            <a:ext cx="483717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缩短取数周期、提升自助完成率、减少重复开发、提高口径一致性、降低越权风险、提升审计覆盖和数据资产复用。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V2.0系统架构与能力边界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V2.0是安全可信问数平台基线，不是开放式通用智能体。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Java控制面负责身份权限、配置发布、运行主记录和审计治理。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Python执行面负责固定七层；模型只参与L2理解和L7解读。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以已发布指标、受控SQL模板和结构化数据源为主要数据能力。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不把任意跨域编排、主动预测、知识图谱和业务写操作列为V2.0已有能力。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产品定位如何演进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12 /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对比维度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V2.0产品基线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V3.0规划能力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定位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企业安全可信问数平台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智能经营分析与决策协同平台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入口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用户主动提问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提问、订阅、预警、报告、智能体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任务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一问一查或少量多SQL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一问多查、多步骤计划DAG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结构化数据库为主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数据库、API、文档、知识和实时数据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输出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事实摘要、表格、图表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异常归因、预测、证据和行动建议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治理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权限、SQL安全、事实一致、审计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跨域授权、完整性、证据链、人工确认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七层能力差异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产品能力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13 / 16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81360" cy="51663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层级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V2.0产品基线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V3.0规划能力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4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L1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请求、会话、版本绑定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对话、订阅、预警和智能体任务接入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L2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要素、上下文、缺参歧义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领域、能力及跨域需求识别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L3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口径、意图、语义计划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综合问题拆解及任务依赖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L4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表字段与指标映射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API、文档、知识和实时资产匹配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L5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受控SQL执行计划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SQL/API/计算/检索计划DAG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L6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安全校验和数据执行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串并行、重试、质量及部分成功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L7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事实摘要、图表、归因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03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证据化异常、预测和行动建议</a:t>
                      </a:r>
                      <a:endParaRPr lang="en-US" sz="14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91440" marB="91440" anchor="mid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V3.0七层规划架构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七层从“可信查询流水线”升级为“领域能力驱动的多任务分析流水线”。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模型可识别领域、抽取参数、推荐任务和组织回答。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正式代码裁决权限、Schema、依赖、白名单、调度和最终状态。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关键任务失败必须披露未核实项，不能输出“整体正常”。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支付、核销、授权、关账等写操作必须重新鉴权、确认或审批。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V3.0演进方向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从“回答问题”走向“主动发现、深度分析、辅助决策和协同闭环”。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异常发现、根因归因、预测分析、智能报告。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专项分析智能体和多步骤任务编排。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指标知识图谱、文档融合和跨源分析。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87968" y="4928616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移动端、企业IM、订阅推送和协作分享。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24128" y="201168"/>
            <a:ext cx="89154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决策建议与下一步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168128" y="246888"/>
            <a:ext cx="14447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演进规划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722376"/>
            <a:ext cx="11109960" cy="0"/>
          </a:xfrm>
          <a:prstGeom prst="line">
            <a:avLst/>
          </a:prstGeom>
          <a:noFill/>
          <a:ln w="12700">
            <a:solidFill>
              <a:srgbClr val="D6E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65392"/>
            <a:ext cx="2286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企业级智能问数平台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565392"/>
            <a:ext cx="987552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16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" y="987552"/>
            <a:ext cx="7872984" cy="5285232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12700">
            <a:solidFill>
              <a:srgbClr val="D6E3D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" y="1014984"/>
            <a:ext cx="7818120" cy="5230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50224" y="1014984"/>
            <a:ext cx="2944368" cy="5230368"/>
          </a:xfrm>
          <a:prstGeom prst="roundRect">
            <a:avLst>
              <a:gd name="adj" fmla="val 2174"/>
            </a:avLst>
          </a:prstGeom>
          <a:solidFill>
            <a:srgbClr val="F2F8F6"/>
          </a:solidFill>
          <a:ln w="12700">
            <a:solidFill>
              <a:srgbClr val="D6E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87968" y="1280160"/>
            <a:ext cx="24505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745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本页要点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87968" y="1783080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C3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08592" y="1700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完成V2.0长稳、安全审查和候选发布，冻结产品基线。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887968" y="2569464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8592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选择目标客户或试点单位，启动真实环境与黄金问题验证。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87968" y="3355848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08592" y="3273552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同步建立V3.0需求池，按业务价值、数据成熟度、安全风险排序。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87968" y="4142232"/>
            <a:ext cx="329184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91C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08592" y="4059936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03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优先试点可量化价值的异常分析和智能报告场景。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AskData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企业级智能问数平台（领导汇报版）</dc:title>
  <dc:subject>企业级智能问数平台（领导汇报版）</dc:subject>
  <dc:creator>AskData</dc:creator>
  <cp:lastModifiedBy>AskData</cp:lastModifiedBy>
  <cp:revision>1</cp:revision>
  <dcterms:created xsi:type="dcterms:W3CDTF">2026-08-13T06:28:35Z</dcterms:created>
  <dcterms:modified xsi:type="dcterms:W3CDTF">2026-08-13T06:28:35Z</dcterms:modified>
</cp:coreProperties>
</file>